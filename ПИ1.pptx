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embeddedFontLst>
    <p:embeddedFont>
      <p:font typeface="Google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-bold.fntdata"/><Relationship Id="rId14" Type="http://schemas.openxmlformats.org/officeDocument/2006/relationships/font" Target="fonts/GoogleSans-regular.fntdata"/><Relationship Id="rId17" Type="http://schemas.openxmlformats.org/officeDocument/2006/relationships/font" Target="fonts/GoogleSans-boldItalic.fntdata"/><Relationship Id="rId16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31520" y="109728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File Organizer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Тестирование приложения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731520" y="2651760"/>
            <a:ext cx="457200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3108960"/>
            <a:ext cx="3657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Тестировщик: Павлов Георгий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Разработчик: Баранов Павел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Google Sans"/>
                <a:ea typeface="Google Sans"/>
                <a:cs typeface="Google Sans"/>
                <a:sym typeface="Google Sans"/>
              </a:rPr>
              <a:t>Менеджер: Павлов Георгий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Google Sans"/>
                <a:ea typeface="Google Sans"/>
                <a:cs typeface="Google Sans"/>
                <a:sym typeface="Google Sans"/>
              </a:rPr>
              <a:t>Преподаватель: Горбачева З.Е.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31520" y="4846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Google Sans"/>
                <a:ea typeface="Google Sans"/>
                <a:cs typeface="Google Sans"/>
                <a:sym typeface="Google Sans"/>
              </a:rPr>
              <a:t>Программная инженерия</a:t>
            </a:r>
            <a:endParaRPr/>
          </a:p>
        </p:txBody>
      </p:sp>
      <p:pic>
        <p:nvPicPr>
          <p:cNvPr descr="final_01.png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0" y="731520"/>
            <a:ext cx="3805386" cy="5303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Цель и задачи проекта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31520" y="1097280"/>
            <a:ext cx="411480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Цель: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Разработка приложения для автоматической сортировки файлов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с графическим интерфейсом и защитным режимом.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172A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Задачи: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• Сортировка файлов по расширениям в категории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• Безопасный режим (блокировка системных путей)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• Графический интерфейс на Tkinter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• Тестирование на реальных сценариях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172A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Актуальность: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Файлы скапливаются в «Загрузках» и на рабочем столе.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Приложение решает задачу сортировки в один клик.</a:t>
            </a:r>
            <a:endParaRPr/>
          </a:p>
        </p:txBody>
      </p:sp>
      <p:pic>
        <p:nvPicPr>
          <p:cNvPr descr="final_02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1371600"/>
            <a:ext cx="295245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Сценарии тестирования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31520" y="1097280"/>
            <a:ext cx="365760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31520" y="1371600"/>
            <a:ext cx="5486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Что проверяем: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1" i="0" sz="1500" u="none" cap="none" strike="noStrike">
              <a:solidFill>
                <a:srgbClr val="0F766E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Сценарий 1: базовая сортировка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10 файлов разных типов → распределение по папкам.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Google Sans"/>
                <a:ea typeface="Google Sans"/>
                <a:cs typeface="Google Sans"/>
                <a:sym typeface="Google Sans"/>
              </a:rPr>
              <a:t>Критерий: каждый файл в правильной категории.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64748B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Сценарий 2: Safe Mode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Ввод системного пути (C:\Windows).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Google Sans"/>
                <a:ea typeface="Google Sans"/>
                <a:cs typeface="Google Sans"/>
                <a:sym typeface="Google Sans"/>
              </a:rPr>
              <a:t>Критерий: блокировка с предупреждением.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64748B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Сценарий 3: повторная сортировка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Запуск на уже отсортированной папке.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Google Sans"/>
                <a:ea typeface="Google Sans"/>
                <a:cs typeface="Google Sans"/>
                <a:sym typeface="Google Sans"/>
              </a:rPr>
              <a:t>Критерий: «Обработано: 0» без ошибок.</a:t>
            </a:r>
            <a:endParaRPr/>
          </a:p>
        </p:txBody>
      </p:sp>
      <p:pic>
        <p:nvPicPr>
          <p:cNvPr descr="final_06_befor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1371600"/>
            <a:ext cx="540067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Тест 1: базовая сортировка</a:t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731520" y="1097280"/>
            <a:ext cx="411480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731520" y="1371600"/>
            <a:ext cx="4572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Действие: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Указана папка с 10 файлами: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Google Sans"/>
                <a:ea typeface="Google Sans"/>
                <a:cs typeface="Google Sans"/>
                <a:sym typeface="Google Sans"/>
              </a:rPr>
              <a:t>.jpg, .docx, .mp3, .zip, .txt, .py, .mp4, .pptx, .csv, .exe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64748B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Результат: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«Завершено. Обработано файлов: 10»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Все файлы распределены в 8 папок.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172A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Google Sans"/>
                <a:ea typeface="Google Sans"/>
                <a:cs typeface="Google Sans"/>
                <a:sym typeface="Google Sans"/>
              </a:rPr>
              <a:t>Статус: пройдено ✓</a:t>
            </a:r>
            <a:endParaRPr/>
          </a:p>
        </p:txBody>
      </p:sp>
      <p:pic>
        <p:nvPicPr>
          <p:cNvPr descr="final_03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457200"/>
            <a:ext cx="4067827" cy="566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Тест 1: до и после сортировки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731520" y="1097280"/>
            <a:ext cx="457200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914400" y="1371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До сортировки: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6858000" y="13716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После сортировки:</a:t>
            </a:r>
            <a:endParaRPr/>
          </a:p>
        </p:txBody>
      </p:sp>
      <p:pic>
        <p:nvPicPr>
          <p:cNvPr descr="final_06_befor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828800"/>
            <a:ext cx="5400675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nal_07_after.png"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0" y="1828800"/>
            <a:ext cx="61722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Тест 2: безопасный режим</a:t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731520" y="1097280"/>
            <a:ext cx="411480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731520" y="1371600"/>
            <a:ext cx="4572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Действие: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Введён путь C:\Windows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172A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Ожидание: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Блокировка — путь в списке защищённых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172A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Результат: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Диалог «Защита — Путь защищён!»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Сортировка не запущена.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172A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Google Sans"/>
                <a:ea typeface="Google Sans"/>
                <a:cs typeface="Google Sans"/>
                <a:sym typeface="Google Sans"/>
              </a:rPr>
              <a:t>Статус: пройдено ✓</a:t>
            </a:r>
            <a:endParaRPr/>
          </a:p>
        </p:txBody>
      </p:sp>
      <p:pic>
        <p:nvPicPr>
          <p:cNvPr descr="final_04.png" id="132" name="Google Shape;1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457200"/>
            <a:ext cx="4067827" cy="566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Тест 3: повторная сортировка</a:t>
            </a:r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731520" y="1097280"/>
            <a:ext cx="411480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731520" y="1371600"/>
            <a:ext cx="4572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Действие: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Повторный запуск на отсортированной папке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172A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Ожидание: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«Обработано: 0» — файлы уже рассортированы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172A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Результат: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«Завершено. Обработано файлов: 0»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172A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Google Sans"/>
                <a:ea typeface="Google Sans"/>
                <a:cs typeface="Google Sans"/>
                <a:sym typeface="Google Sans"/>
              </a:rPr>
              <a:t>Статус: пройдено ✓</a:t>
            </a:r>
            <a:endParaRPr/>
          </a:p>
        </p:txBody>
      </p:sp>
      <p:pic>
        <p:nvPicPr>
          <p:cNvPr descr="final_05.png" id="140" name="Google Shape;1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457200"/>
            <a:ext cx="4067827" cy="566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Заключение</a:t>
            </a:r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731520" y="1097280"/>
            <a:ext cx="2286000" cy="45720"/>
          </a:xfrm>
          <a:prstGeom prst="rect">
            <a:avLst/>
          </a:prstGeom>
          <a:solidFill>
            <a:srgbClr val="0F76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731520" y="1371600"/>
            <a:ext cx="5486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Результат: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Все 3 сценария пройдены успешно.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Критических ошибок не обнаружено.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172A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Приложение корректно: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• Сортирует файлы по расширению в категории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• Блокирует доступ к системным папкам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• Обрабатывает повторные запуски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• Имеет анимированный интерфейс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F172A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Google Sans"/>
                <a:ea typeface="Google Sans"/>
                <a:cs typeface="Google Sans"/>
                <a:sym typeface="Google Sans"/>
              </a:rPr>
              <a:t>Технологии:</a:t>
            </a:r>
            <a:endParaRPr/>
          </a:p>
          <a:p>
            <a:pPr indent="0" lvl="0" marL="0" marR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F172A"/>
                </a:solidFill>
                <a:latin typeface="Google Sans"/>
                <a:ea typeface="Google Sans"/>
                <a:cs typeface="Google Sans"/>
                <a:sym typeface="Google Sans"/>
              </a:rPr>
              <a:t>Python 3.13, Tkinter, JSON-конфигурация</a:t>
            </a:r>
            <a:endParaRPr/>
          </a:p>
        </p:txBody>
      </p:sp>
      <p:pic>
        <p:nvPicPr>
          <p:cNvPr descr="final_01.png" id="148" name="Google Shape;1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1371600"/>
            <a:ext cx="3280505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